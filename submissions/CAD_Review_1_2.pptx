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RUDDH V K" userId="13e69a60bf6e6a3a" providerId="LiveId" clId="{FD348E27-E015-4A20-8D38-14C327069975}"/>
    <pc:docChg chg="modSld">
      <pc:chgData name="ANIRUDDH V K" userId="13e69a60bf6e6a3a" providerId="LiveId" clId="{FD348E27-E015-4A20-8D38-14C327069975}" dt="2026-10-27T10:54:21.408" v="60" actId="20577"/>
      <pc:docMkLst>
        <pc:docMk/>
      </pc:docMkLst>
      <pc:sldChg chg="modSp mod">
        <pc:chgData name="ANIRUDDH V K" userId="13e69a60bf6e6a3a" providerId="LiveId" clId="{FD348E27-E015-4A20-8D38-14C327069975}" dt="2026-10-27T10:54:21.408" v="60" actId="20577"/>
        <pc:sldMkLst>
          <pc:docMk/>
          <pc:sldMk cId="0" sldId="256"/>
        </pc:sldMkLst>
        <pc:spChg chg="mod">
          <ac:chgData name="ANIRUDDH V K" userId="13e69a60bf6e6a3a" providerId="LiveId" clId="{FD348E27-E015-4A20-8D38-14C327069975}" dt="2026-10-27T10:54:21.408" v="60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ANIRUDDH V K" userId="13e69a60bf6e6a3a" providerId="LiveId" clId="{FD348E27-E015-4A20-8D38-14C327069975}" dt="2026-10-27T10:54:06.370" v="2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ANIRUDDH V K" userId="13e69a60bf6e6a3a" providerId="LiveId" clId="{FD348E27-E015-4A20-8D38-14C327069975}" dt="2026-10-27T10:54:12.517" v="56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Calibri"/>
              </a:defRPr>
            </a:pPr>
            <a:r>
              <a:rPr dirty="0"/>
              <a:t> E2  —  Cloud Architecture and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A1A1A"/>
                </a:solidFill>
                <a:latin typeface="Calibri"/>
              </a:defRPr>
            </a:pPr>
            <a:r>
              <a:t>Event-Driven Serverless AI Image</a:t>
            </a:r>
            <a:br/>
            <a:r>
              <a:t>Tagging &amp;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Using AWS S3, Lambda, Amazon Rekognition, and DynamoDB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79A"/>
                </a:solidFill>
                <a:latin typeface="Calibri"/>
              </a:defRPr>
            </a:pPr>
            <a:r>
              <a:t>Review 1 &amp; 2 Combined  ·  20 Marks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4114800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rPr dirty="0" err="1"/>
              <a:t>Aniruddh</a:t>
            </a:r>
            <a:r>
              <a:rPr dirty="0"/>
              <a:t> V K  —  24BAI1490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675120" y="4572000"/>
            <a:ext cx="4114800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rPr dirty="0"/>
              <a:t>Konark Verma  —  24BAI1533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September 2026  ·  Submission Window: Sep 21 – Sep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01.  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Problem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Modern applications generate massive volumes of images that need automatic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classification — but traditional VM/container-based approaches suffer from: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High idle costs — VMs billing 24/7 regardless of traffic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Operational overhead — OS patching, load balancers, scaling rules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Scaling latency — 2–5 minutes to scale up during burst traffic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Our Solution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An event-driven serverless pipeline where: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Compute runs only when an image is uploaded (zero idle cost)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Scales from 0 to thousands of concurrent executions instantly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AI inference via managed Rekognition API (no model training needed)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  Costs are strictly per-millisecond of execution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02. 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1.  Ingest images asynchronously upon S3 upload — no polling, no manual steps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2.  Extract visual labels using Amazon Rekognition DetectLabels API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3.  Store tags, confidence scores, and parent hierarchies in DynamoDB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4.  Enforce strict least-privilege IAM — no wildcards, no FullAccess policies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5.  Achieve zero idle infrastructure cost — pay only per execution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6.  Process images end-to-end in under 1 second (sub-second latency)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03.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Four Decoupled Layers: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Storage Layer        Amazon S3 bucket (incoming/* prefix)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       ↓              S3 ObjectCreated event notification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Compute Layer        AWS Lambda (Python 3.12, stateless FaaS)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       ↓              Passes S3 pointer (not binary bytes)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AI Analytics          Amazon Rekognition DetectLabels API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       ↓              Returns labels + confidence scores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Database Layer       Amazon DynamoDB (ImageTags table, On-Demand)</a:t>
            </a:r>
          </a:p>
          <a:p>
            <a:pPr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Observability        Amazon CloudWatch (structured logs)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Key Design Decision: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Lambda passes an S3Object reference to Rekognition — Rekognition reads the image directly from S3.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This avoids downloading heavy image bytes into Lambda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04.  Processing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1 —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User uploads image to S3 bucket under incoming/ prefix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69848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2 —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S3 generates s3:ObjectCreated:Put event, invokes Lambda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1069848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3 —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Lambda extracts bucket/key, validates .jpg/.jpeg/.png extension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03320"/>
            <a:ext cx="1069848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4 — AI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Lambda calls Rekognition.DetectLabels with S3Object pointer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1069848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Step 5 —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Tags + metadata written to DynamoDB via PutItem; logs to CloudWatch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05.  Algorithm &amp; Mathematical Formulations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Eq. 1 — Confidence Thresholding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L_output = { l | l ∈ L_candidate, C(l) ≥ τ, Rank ≤ N }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τ = 70.0%  (minimum confidence cutoff)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N = 10  (maximum labels returned)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Eq. 2 — Latency Composition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T_total = T_event + T_init + T_rekog + T_dynamo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T_event ≈ 50–150 ms    T_init ≈ 250 ms (cold)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T_rekog ≈ 400–600 ms   T_dynamo ≈ 15–35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Eq. 3 — Cost Per Image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Cost = C_S3 + (M × T × P_GB) + P_Rekog + P_DDB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Lambda: 256 MB memory,  Rekognition: $0.001/image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1,000 images total ≈ $1.00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B579A"/>
                </a:solidFill>
                <a:latin typeface="Calibri"/>
              </a:defRPr>
            </a:pPr>
            <a:r>
              <a:t>Algorithm 1 — Processing Steps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1. Receive S3 event → validate Records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2. Extract bucket + URL-decode object key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3. Validate extension ∈ {.jpg, .jpeg, .png}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4. Rekognition.DetectLabels(S3Ref)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5. Format labels → DynamoDB PutItem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6. Log metrics → CloudWatch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7. Return status code (200 / 207 / 500)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06.  IAM Security — Least Privilege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Statement ID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Resource Scope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Justification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ReadS3UploadedImage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s3:GetObject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arn:...incoming/*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 only from incoming/ prefix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InvokeRekognitionDetect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rekognition:DetectLabels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* (AWS constraint)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API does not support resource ARNs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WriteDynamoDBImageTags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dynamodb:PutItem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arn:...table/ImageTags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Write only to ImageTags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CloudWatchLogging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logs:Create*, PutLogEvents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arn:...log-group/...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Scoped to function's own log group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Key Points: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Rekognition uses Resource: "*" — this is an AWS API constraint, not an oversight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All other statements scoped to specific ARNs (bucket prefix, table, log group)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No FullAccess or AdministratorAccess policies used anywhere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S3 → Lambda trigger uses a resource-based policy scoped to the specific bucket 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07.  Implementation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B579A"/>
                </a:solidFill>
                <a:latin typeface="Calibri"/>
              </a:defRPr>
            </a:pPr>
            <a:r>
              <a:t>lambda/handler.py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boto3 clients initialized outside handler</a:t>
            </a:r>
          </a:p>
          <a:p>
            <a:pPr>
              <a:spcAft>
                <a:spcPts val="4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(connection reuse across warm invocations)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Config via environment variables</a:t>
            </a:r>
          </a:p>
          <a:p>
            <a:pPr>
              <a:spcAft>
                <a:spcPts val="4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(table name, confidence threshold, max labels)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URL-decode S3 keys for special characters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Extension validation before Rekognition call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Per-record error handling with ClientError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HTTP 207 for partial success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B579A"/>
                </a:solidFill>
                <a:latin typeface="Calibri"/>
              </a:defRPr>
            </a:pPr>
            <a:r>
              <a:t>infra/template.yaml (SAM)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S3 bucket with event notification</a:t>
            </a:r>
          </a:p>
          <a:p>
            <a:pPr>
              <a:spcAft>
                <a:spcPts val="4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(prefix filter: incoming/)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DynamoDB table: PAY_PER_REQUEST billing</a:t>
            </a:r>
          </a:p>
          <a:p>
            <a:pPr>
              <a:spcAft>
                <a:spcPts val="40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t>  (PK: ImageKey, SSE enabled)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Lambda: 256 MB, 30s timeout, Python 3.12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Inline IAM policies (not managed)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S3 invoke permission for Lambda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B579A"/>
                </a:solidFill>
                <a:latin typeface="Calibri"/>
              </a:defRPr>
            </a:pPr>
            <a:r>
              <a:t>Repository Structure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CAD/  ├── lambda/handler.py   ├── iam/*.json   ├── infra/template.yaml   ├── scripts/local_test.py   └── files/plan.md, prd.md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Local Testing: scripts/local_test.py — runs handler offline with mocked AWS clients (Rekognition + DynamoDB)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08.  Results &amp;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8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83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Image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 / Size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Labels Detected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 Time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Latency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 Write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landscape_01.jpg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JPG / 1.05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Mountain, Tree, Sky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urban_street.png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PNG / 2.30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Car, Vehicle, Road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98.80%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485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office_desk.jpeg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JPEG / 850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Laptop, Desk, Office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portrait_user.jpg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JPG / 1.80 MB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Person, Face, Smile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99.12%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Key Metrics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Average end-to-end latency:  842 ms  (sub-second target met)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Classification accuracy:  100%  across all test categories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Cost per image:  $0.001  (after free tier)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Idle infrastructure cost:  $0.00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09.  Related Works —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VM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Model on FaaS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Pipeline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Idle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24/7 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2–5 min delay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1–2 sec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Sub-second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(always 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3–10 sec (ML weights)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200–400 ms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Surface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Large (OS vulns)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 (runtime)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Minimal (IAM)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 (patching)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 (retraining)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 infra mgmt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References: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[1] Roberts &amp; Chapin — What is Serverless Architecture?, O'Reilly 2017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[2] Jonas et al. — Cloud Programming Simplified, Berkeley, arXiv 2019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[3] Wang et al. — Peeking Behind Serverless Platforms, USENIX ATC 2018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[4] AWS Rekognition Developer Guide, 2026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[5] AWS Security Best Practices: Least Privilege,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10.  Cost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Tier Allowance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for This Project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AWS Lambda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1M requests + 3.2M sec compute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 Rekognition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5,000 images / month (12 months)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$0.001 / image after free tier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 DynamoDB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 GB storage + 25 WCU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 S3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GB storage + 20K GET / 2K PUT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Total cost for 1,000 test images:  $1.00</a:t>
            </a:r>
          </a:p>
          <a:p>
            <a:pPr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(Rekognition: $1.00  ·  Lambda: $0.00  ·  DynamoDB: $0.00  ·  S3: $0.00)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11.  Team Division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Aniruddh V K  —  24BAI1490</a:t>
            </a:r>
          </a:p>
          <a:p>
            <a:pPr>
              <a:spcAft>
                <a:spcPts val="400"/>
              </a:spcAft>
              <a:defRPr sz="1400" b="1">
                <a:solidFill>
                  <a:srgbClr val="2B579A"/>
                </a:solidFill>
                <a:latin typeface="Calibri"/>
              </a:defRPr>
            </a:pPr>
            <a:r>
              <a:t>Team Lead &amp; Cloud Architect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AWS infrastructure provisioning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S3 bucket + event notification config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Lambda function lifecycle management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IAM least-privilege policy design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SAM/CloudFormation template authoring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S3 → Lambda trigger architecture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Security model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Konark Verma  —  24BAI1533</a:t>
            </a:r>
          </a:p>
          <a:p>
            <a:pPr>
              <a:spcAft>
                <a:spcPts val="400"/>
              </a:spcAft>
              <a:defRPr sz="1400" b="1">
                <a:solidFill>
                  <a:srgbClr val="2B579A"/>
                </a:solidFill>
                <a:latin typeface="Calibri"/>
              </a:defRPr>
            </a:pPr>
            <a:r>
              <a:t>AI Integration &amp; Data Engineer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Rekognition DetectLabels API integration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Confidence threshold optimization (τ=70%)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DynamoDB ImageTags table schema design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Local test harness (local_test.py)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Performance benchmarking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Results analysis &amp; evaluation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 Test payload / sample event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Calibri"/>
              </a:defRPr>
            </a:pPr>
            <a:r>
              <a:t>12. 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Conclusion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Designed and implemented a fully automated event-driven serverless pipeline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Sub-second latency (avg 842 ms) with 100% classification accuracy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Strict least-privilege IAM across all 4 service integrations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 Zero idle cost — pay only per invocation ($0.001/image after free tier)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Future Work (Review 3 — Oct 12–17, 2026)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1.  Interactive Web Viewer — S3 static website to browse DynamoDB tags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2.  Dead-Letter Queue — SQS/EventBridge DLQ for failed invocations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3.  Multi-Region Deployment — SAM CLI + CloudWatch alarms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4.  Publication Track — cost-per-inference benchmarking for journal submission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0698480" cy="1905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Event-Driven Serverless AI Image Tagging &amp;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579A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Aniruddh V K (24BAI1490)  ·  Konark Verma (24BAI1533)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E1 &amp; E2 — Cloud Architecture and Solution  ·  Review 1 &amp; 2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1646</Words>
  <Application>Microsoft Office PowerPoint</Application>
  <PresentationFormat>Widescreen</PresentationFormat>
  <Paragraphs>266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ANIRUDDH V K</cp:lastModifiedBy>
  <cp:revision>1</cp:revision>
  <dcterms:created xsi:type="dcterms:W3CDTF">2013-01-27T09:14:16Z</dcterms:created>
  <dcterms:modified xsi:type="dcterms:W3CDTF">2026-10-27T10:55:05Z</dcterms:modified>
  <cp:category/>
</cp:coreProperties>
</file>